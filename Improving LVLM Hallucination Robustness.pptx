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Poppins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4" autoAdjust="0"/>
    <p:restoredTop sz="94622" autoAdjust="0"/>
  </p:normalViewPr>
  <p:slideViewPr>
    <p:cSldViewPr>
      <p:cViewPr varScale="1">
        <p:scale>
          <a:sx n="31" d="100"/>
          <a:sy n="31" d="100"/>
        </p:scale>
        <p:origin x="69" y="9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835590" y="3267282"/>
            <a:ext cx="14616820" cy="213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7"/>
              </a:lnSpc>
            </a:pPr>
            <a:r>
              <a:rPr lang="en-US" sz="753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Improving LVLM Hallucination Robustness</a:t>
            </a:r>
          </a:p>
        </p:txBody>
      </p:sp>
      <p:sp>
        <p:nvSpPr>
          <p:cNvPr id="6" name="Freeform 6"/>
          <p:cNvSpPr/>
          <p:nvPr/>
        </p:nvSpPr>
        <p:spPr>
          <a:xfrm>
            <a:off x="-744683" y="3428669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13763324" y="6770189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5447285" y="891374"/>
                </a:moveTo>
                <a:lnTo>
                  <a:pt x="0" y="891374"/>
                </a:lnTo>
                <a:lnTo>
                  <a:pt x="0" y="0"/>
                </a:lnTo>
                <a:lnTo>
                  <a:pt x="5447285" y="0"/>
                </a:lnTo>
                <a:lnTo>
                  <a:pt x="5447285" y="8913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F7769E6-1E11-9239-63E8-6709D93B79A0}"/>
              </a:ext>
            </a:extLst>
          </p:cNvPr>
          <p:cNvSpPr txBox="1"/>
          <p:nvPr/>
        </p:nvSpPr>
        <p:spPr>
          <a:xfrm>
            <a:off x="1994199" y="8124866"/>
            <a:ext cx="14616820" cy="922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7"/>
              </a:lnSpc>
            </a:pPr>
            <a:r>
              <a:rPr lang="en-US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Alwaleed Alharthi					 Abdulaziz Alqahtani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14400"/>
            <a:ext cx="812100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317589" y="289733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226909" y="3671124"/>
            <a:ext cx="10781838" cy="343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Vision–Language Models (LVLMs)</a:t>
            </a:r>
          </a:p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Image Captioning &amp; Reasoning</a:t>
            </a:r>
          </a:p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Multimodal AI Assistants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57250"/>
            <a:ext cx="12008747" cy="156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14400"/>
            <a:ext cx="812100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317589" y="289733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226909" y="3671124"/>
            <a:ext cx="12531411" cy="430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069" lvl="1" algn="l">
              <a:lnSpc>
                <a:spcPts val="6770"/>
              </a:lnSpc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LVLMs often generate hallucinated content, including:</a:t>
            </a:r>
          </a:p>
          <a:p>
            <a:pPr marL="1207869" lvl="1" indent="-685800" algn="l">
              <a:lnSpc>
                <a:spcPts val="6770"/>
              </a:lnSpc>
              <a:buFont typeface="Arial" panose="020B0604020202020204" pitchFamily="34" charset="0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Non-existent objects</a:t>
            </a:r>
          </a:p>
          <a:p>
            <a:pPr marL="1207869" lvl="1" indent="-685800" algn="l">
              <a:lnSpc>
                <a:spcPts val="6770"/>
              </a:lnSpc>
              <a:buFont typeface="Arial" panose="020B0604020202020204" pitchFamily="34" charset="0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Incorrect attributes</a:t>
            </a:r>
          </a:p>
          <a:p>
            <a:pPr marL="1207869" lvl="1" indent="-685800" algn="l">
              <a:lnSpc>
                <a:spcPts val="6770"/>
              </a:lnSpc>
              <a:buFont typeface="Arial" panose="020B0604020202020204" pitchFamily="34" charset="0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Wrong relationships or actions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57250"/>
            <a:ext cx="12008747" cy="156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14400"/>
            <a:ext cx="812100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317589" y="289733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444940" y="3552198"/>
            <a:ext cx="14761862" cy="430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Evaluate severity-aware learning across prompts.</a:t>
            </a:r>
          </a:p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 standard vs severity-weighted DPO.</a:t>
            </a:r>
          </a:p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Analyze performance across object, attribute, and relational hallucinations.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57250"/>
            <a:ext cx="12008747" cy="156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14400"/>
            <a:ext cx="812100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317589" y="289733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763069" y="3392002"/>
            <a:ext cx="14761862" cy="25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 LVLM: LLaVA</a:t>
            </a:r>
          </a:p>
          <a:p>
            <a:pPr marL="1044138" lvl="1" indent="-522069" algn="l">
              <a:lnSpc>
                <a:spcPts val="6770"/>
              </a:lnSpc>
              <a:buFont typeface="Arial"/>
              <a:buChar char="•"/>
            </a:pPr>
            <a:r>
              <a:rPr lang="en-US" sz="483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Fine-tuning using LoRA + DPO</a:t>
            </a:r>
          </a:p>
          <a:p>
            <a:pPr algn="ctr">
              <a:lnSpc>
                <a:spcPts val="6770"/>
              </a:lnSpc>
            </a:pPr>
            <a:endParaRPr lang="en-US" sz="483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59703"/>
            <a:ext cx="12008747" cy="156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and 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3069" y="6960629"/>
            <a:ext cx="1341621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 Genome (training support, fine-grained grounding)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MHaluBench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(sentence-level hallucination detection)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HalBench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(CHAIR) (object-level hallucination severity)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AMBER (mitigation evaluation before/after training)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333774"/>
            <a:ext cx="147618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0247" y="5820307"/>
            <a:ext cx="147618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120</Words>
  <Application>Microsoft Office PowerPoint</Application>
  <PresentationFormat>Custom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Canva Sans</vt:lpstr>
      <vt:lpstr>Canva Sans Bold</vt:lpstr>
      <vt:lpstr>Poppins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LVLM Hallucination Robustness</dc:title>
  <cp:lastModifiedBy>ABDULAZIZ HADI ALQAHTANI</cp:lastModifiedBy>
  <cp:revision>4</cp:revision>
  <dcterms:created xsi:type="dcterms:W3CDTF">2006-08-16T00:00:00Z</dcterms:created>
  <dcterms:modified xsi:type="dcterms:W3CDTF">2026-02-16T09:33:50Z</dcterms:modified>
  <dc:identifier>DAHBN-t48EY</dc:identifier>
</cp:coreProperties>
</file>